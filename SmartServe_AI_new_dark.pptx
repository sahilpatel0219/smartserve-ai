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060040-8DDE-46D3-9081-1C3FD608F512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04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3A9F8-A2C2-469B-9F4F-879F04CD04BA}" v="22" dt="2026-08-07T05:31:15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il Patel" userId="a64c7b323d0897cb" providerId="LiveId" clId="{BC853C47-5110-473F-983B-504606B8359A}"/>
    <pc:docChg chg="undo redo custSel modSld addSection delSection">
      <pc:chgData name="Sahil Patel" userId="a64c7b323d0897cb" providerId="LiveId" clId="{BC853C47-5110-473F-983B-504606B8359A}" dt="2026-08-07T05:33:00.039" v="589" actId="20577"/>
      <pc:docMkLst>
        <pc:docMk/>
      </pc:docMkLst>
      <pc:sldChg chg="addSp delSp modSp mod">
        <pc:chgData name="Sahil Patel" userId="a64c7b323d0897cb" providerId="LiveId" clId="{BC853C47-5110-473F-983B-504606B8359A}" dt="2026-08-07T05:31:17.825" v="586" actId="14100"/>
        <pc:sldMkLst>
          <pc:docMk/>
          <pc:sldMk cId="0" sldId="256"/>
        </pc:sldMkLst>
        <pc:spChg chg="mod topLvl">
          <ac:chgData name="Sahil Patel" userId="a64c7b323d0897cb" providerId="LiveId" clId="{BC853C47-5110-473F-983B-504606B8359A}" dt="2026-07-30T14:12:21.902" v="512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0:24.031" v="10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9:49.132" v="92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0:35.369" v="104" actId="1076"/>
          <ac:spMkLst>
            <pc:docMk/>
            <pc:sldMk cId="0" sldId="256"/>
            <ac:spMk id="7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4:12:12.345" v="511" actId="14100"/>
          <ac:spMkLst>
            <pc:docMk/>
            <pc:sldMk cId="0" sldId="256"/>
            <ac:spMk id="8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0:45.861" v="105" actId="165"/>
          <ac:spMkLst>
            <pc:docMk/>
            <pc:sldMk cId="0" sldId="256"/>
            <ac:spMk id="9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0:45.861" v="105" actId="165"/>
          <ac:spMkLst>
            <pc:docMk/>
            <pc:sldMk cId="0" sldId="256"/>
            <ac:spMk id="10" creationId="{00000000-0000-0000-0000-000000000000}"/>
          </ac:spMkLst>
        </pc:spChg>
        <pc:spChg chg="mod topLvl">
          <ac:chgData name="Sahil Patel" userId="a64c7b323d0897cb" providerId="LiveId" clId="{BC853C47-5110-473F-983B-504606B8359A}" dt="2026-08-07T05:31:17.825" v="586" actId="14100"/>
          <ac:spMkLst>
            <pc:docMk/>
            <pc:sldMk cId="0" sldId="256"/>
            <ac:spMk id="11" creationId="{00000000-0000-0000-0000-000000000000}"/>
          </ac:spMkLst>
        </pc:spChg>
        <pc:spChg chg="mod topLvl">
          <ac:chgData name="Sahil Patel" userId="a64c7b323d0897cb" providerId="LiveId" clId="{BC853C47-5110-473F-983B-504606B8359A}" dt="2026-08-07T05:31:17.825" v="586" actId="14100"/>
          <ac:spMkLst>
            <pc:docMk/>
            <pc:sldMk cId="0" sldId="256"/>
            <ac:spMk id="12" creationId="{00000000-0000-0000-0000-000000000000}"/>
          </ac:spMkLst>
        </pc:spChg>
        <pc:spChg chg="mod topLvl">
          <ac:chgData name="Sahil Patel" userId="a64c7b323d0897cb" providerId="LiveId" clId="{BC853C47-5110-473F-983B-504606B8359A}" dt="2026-08-07T05:31:17.825" v="586" actId="14100"/>
          <ac:spMkLst>
            <pc:docMk/>
            <pc:sldMk cId="0" sldId="256"/>
            <ac:spMk id="13" creationId="{00000000-0000-0000-0000-000000000000}"/>
          </ac:spMkLst>
        </pc:spChg>
        <pc:grpChg chg="add mod">
          <ac:chgData name="Sahil Patel" userId="a64c7b323d0897cb" providerId="LiveId" clId="{BC853C47-5110-473F-983B-504606B8359A}" dt="2026-07-30T13:10:28.114" v="101" actId="1076"/>
          <ac:grpSpMkLst>
            <pc:docMk/>
            <pc:sldMk cId="0" sldId="256"/>
            <ac:grpSpMk id="14" creationId="{43E30492-769B-1779-1514-B9BFE7A800C2}"/>
          </ac:grpSpMkLst>
        </pc:grpChg>
        <pc:grpChg chg="add del mod">
          <ac:chgData name="Sahil Patel" userId="a64c7b323d0897cb" providerId="LiveId" clId="{BC853C47-5110-473F-983B-504606B8359A}" dt="2026-08-07T05:31:15.220" v="585" actId="165"/>
          <ac:grpSpMkLst>
            <pc:docMk/>
            <pc:sldMk cId="0" sldId="256"/>
            <ac:grpSpMk id="16" creationId="{D19B18A9-FECC-A6B0-EE6F-1F5880E0A4F2}"/>
          </ac:grpSpMkLst>
        </pc:grpChg>
        <pc:picChg chg="add mod">
          <ac:chgData name="Sahil Patel" userId="a64c7b323d0897cb" providerId="LiveId" clId="{BC853C47-5110-473F-983B-504606B8359A}" dt="2026-08-07T03:23:20.012" v="531" actId="1036"/>
          <ac:picMkLst>
            <pc:docMk/>
            <pc:sldMk cId="0" sldId="256"/>
            <ac:picMk id="15" creationId="{311D1E7A-5EDA-CB02-A150-0AFF8F67F167}"/>
          </ac:picMkLst>
        </pc:picChg>
        <pc:picChg chg="add mod">
          <ac:chgData name="Sahil Patel" userId="a64c7b323d0897cb" providerId="LiveId" clId="{BC853C47-5110-473F-983B-504606B8359A}" dt="2026-08-07T03:23:20.012" v="531" actId="1036"/>
          <ac:picMkLst>
            <pc:docMk/>
            <pc:sldMk cId="0" sldId="256"/>
            <ac:picMk id="18" creationId="{6E7E161C-D870-E6C2-5FE2-A714FF2FF9E3}"/>
          </ac:picMkLst>
        </pc:picChg>
      </pc:sldChg>
      <pc:sldChg chg="addSp delSp modSp mod">
        <pc:chgData name="Sahil Patel" userId="a64c7b323d0897cb" providerId="LiveId" clId="{BC853C47-5110-473F-983B-504606B8359A}" dt="2026-08-07T03:23:26.066" v="534" actId="1035"/>
        <pc:sldMkLst>
          <pc:docMk/>
          <pc:sldMk cId="0" sldId="257"/>
        </pc:sldMkLst>
        <pc:spChg chg="mod">
          <ac:chgData name="Sahil Patel" userId="a64c7b323d0897cb" providerId="LiveId" clId="{BC853C47-5110-473F-983B-504606B8359A}" dt="2026-07-30T13:08:58.718" v="21" actId="27636"/>
          <ac:spMkLst>
            <pc:docMk/>
            <pc:sldMk cId="0" sldId="257"/>
            <ac:spMk id="3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35:48.551" v="384" actId="165"/>
          <ac:spMkLst>
            <pc:docMk/>
            <pc:sldMk cId="0" sldId="257"/>
            <ac:spMk id="4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36:08.288" v="389" actId="12788"/>
          <ac:spMkLst>
            <pc:docMk/>
            <pc:sldMk cId="0" sldId="257"/>
            <ac:spMk id="7" creationId="{00000000-0000-0000-0000-000000000000}"/>
          </ac:spMkLst>
        </pc:spChg>
        <pc:spChg chg="add mod topLvl">
          <ac:chgData name="Sahil Patel" userId="a64c7b323d0897cb" providerId="LiveId" clId="{BC853C47-5110-473F-983B-504606B8359A}" dt="2026-07-30T13:36:08.288" v="389" actId="12788"/>
          <ac:spMkLst>
            <pc:docMk/>
            <pc:sldMk cId="0" sldId="257"/>
            <ac:spMk id="20" creationId="{2729695C-42D3-BA99-E274-28906C636DF8}"/>
          </ac:spMkLst>
        </pc:spChg>
        <pc:spChg chg="add mod topLvl">
          <ac:chgData name="Sahil Patel" userId="a64c7b323d0897cb" providerId="LiveId" clId="{BC853C47-5110-473F-983B-504606B8359A}" dt="2026-07-30T13:36:08.288" v="389" actId="12788"/>
          <ac:spMkLst>
            <pc:docMk/>
            <pc:sldMk cId="0" sldId="257"/>
            <ac:spMk id="22" creationId="{B9E7EB7F-1D47-980D-B09C-7671FF9A5325}"/>
          </ac:spMkLst>
        </pc:spChg>
        <pc:spChg chg="mod topLvl">
          <ac:chgData name="Sahil Patel" userId="a64c7b323d0897cb" providerId="LiveId" clId="{BC853C47-5110-473F-983B-504606B8359A}" dt="2026-07-30T13:34:55.563" v="374" actId="165"/>
          <ac:spMkLst>
            <pc:docMk/>
            <pc:sldMk cId="0" sldId="257"/>
            <ac:spMk id="25" creationId="{E1842555-FD82-3832-FD86-B43AEE7D16A4}"/>
          </ac:spMkLst>
        </pc:spChg>
        <pc:spChg chg="mod topLvl">
          <ac:chgData name="Sahil Patel" userId="a64c7b323d0897cb" providerId="LiveId" clId="{BC853C47-5110-473F-983B-504606B8359A}" dt="2026-07-30T13:36:15.350" v="390" actId="12788"/>
          <ac:spMkLst>
            <pc:docMk/>
            <pc:sldMk cId="0" sldId="257"/>
            <ac:spMk id="26" creationId="{7442BD1A-C685-FC63-9F25-1AE2BBA32764}"/>
          </ac:spMkLst>
        </pc:spChg>
        <pc:spChg chg="mod topLvl">
          <ac:chgData name="Sahil Patel" userId="a64c7b323d0897cb" providerId="LiveId" clId="{BC853C47-5110-473F-983B-504606B8359A}" dt="2026-07-30T13:36:15.350" v="390" actId="12788"/>
          <ac:spMkLst>
            <pc:docMk/>
            <pc:sldMk cId="0" sldId="257"/>
            <ac:spMk id="27" creationId="{AF4CCC6D-D052-FB43-D153-06ABC54D3AFE}"/>
          </ac:spMkLst>
        </pc:spChg>
        <pc:spChg chg="mod topLvl">
          <ac:chgData name="Sahil Patel" userId="a64c7b323d0897cb" providerId="LiveId" clId="{BC853C47-5110-473F-983B-504606B8359A}" dt="2026-07-30T13:36:15.350" v="390" actId="12788"/>
          <ac:spMkLst>
            <pc:docMk/>
            <pc:sldMk cId="0" sldId="257"/>
            <ac:spMk id="28" creationId="{72A49850-AAD1-6BB5-A3C8-D0CB507419CC}"/>
          </ac:spMkLst>
        </pc:spChg>
        <pc:spChg chg="mod topLvl">
          <ac:chgData name="Sahil Patel" userId="a64c7b323d0897cb" providerId="LiveId" clId="{BC853C47-5110-473F-983B-504606B8359A}" dt="2026-07-30T13:36:15.350" v="390" actId="12788"/>
          <ac:spMkLst>
            <pc:docMk/>
            <pc:sldMk cId="0" sldId="257"/>
            <ac:spMk id="29" creationId="{9ACE91C2-0877-58EA-A417-62B3AB9DB695}"/>
          </ac:spMkLst>
        </pc:spChg>
        <pc:spChg chg="mod topLvl">
          <ac:chgData name="Sahil Patel" userId="a64c7b323d0897cb" providerId="LiveId" clId="{BC853C47-5110-473F-983B-504606B8359A}" dt="2026-07-30T13:36:21.433" v="391" actId="165"/>
          <ac:spMkLst>
            <pc:docMk/>
            <pc:sldMk cId="0" sldId="257"/>
            <ac:spMk id="31" creationId="{D6A4F78F-EC46-9D7B-65FC-76271E933848}"/>
          </ac:spMkLst>
        </pc:spChg>
        <pc:spChg chg="mod topLvl">
          <ac:chgData name="Sahil Patel" userId="a64c7b323d0897cb" providerId="LiveId" clId="{BC853C47-5110-473F-983B-504606B8359A}" dt="2026-07-30T13:41:18.429" v="410" actId="20577"/>
          <ac:spMkLst>
            <pc:docMk/>
            <pc:sldMk cId="0" sldId="257"/>
            <ac:spMk id="32" creationId="{41C0AD8B-37BE-8FA6-DE53-0D2AE11E956B}"/>
          </ac:spMkLst>
        </pc:spChg>
        <pc:spChg chg="mod topLvl">
          <ac:chgData name="Sahil Patel" userId="a64c7b323d0897cb" providerId="LiveId" clId="{BC853C47-5110-473F-983B-504606B8359A}" dt="2026-07-30T13:36:35.512" v="394" actId="465"/>
          <ac:spMkLst>
            <pc:docMk/>
            <pc:sldMk cId="0" sldId="257"/>
            <ac:spMk id="34" creationId="{9A37543A-5C76-C9C1-9086-D2B30DB9314D}"/>
          </ac:spMkLst>
        </pc:spChg>
        <pc:spChg chg="mod topLvl">
          <ac:chgData name="Sahil Patel" userId="a64c7b323d0897cb" providerId="LiveId" clId="{BC853C47-5110-473F-983B-504606B8359A}" dt="2026-07-30T13:36:35.512" v="394" actId="465"/>
          <ac:spMkLst>
            <pc:docMk/>
            <pc:sldMk cId="0" sldId="257"/>
            <ac:spMk id="35" creationId="{0A509FAE-E8DE-4EAF-2E3D-AC35FC77EDB7}"/>
          </ac:spMkLst>
        </pc:spChg>
        <pc:spChg chg="add mod ord">
          <ac:chgData name="Sahil Patel" userId="a64c7b323d0897cb" providerId="LiveId" clId="{BC853C47-5110-473F-983B-504606B8359A}" dt="2026-07-30T18:24:35.606" v="518" actId="1076"/>
          <ac:spMkLst>
            <pc:docMk/>
            <pc:sldMk cId="0" sldId="257"/>
            <ac:spMk id="37" creationId="{7CF096E6-A0DE-DB27-CC09-CC098F5EE1EA}"/>
          </ac:spMkLst>
        </pc:spChg>
        <pc:spChg chg="add mod">
          <ac:chgData name="Sahil Patel" userId="a64c7b323d0897cb" providerId="LiveId" clId="{BC853C47-5110-473F-983B-504606B8359A}" dt="2026-07-30T13:36:42.132" v="402" actId="20577"/>
          <ac:spMkLst>
            <pc:docMk/>
            <pc:sldMk cId="0" sldId="257"/>
            <ac:spMk id="43" creationId="{5754FFA9-A24C-538B-6610-356F8C9DD0A1}"/>
          </ac:spMkLst>
        </pc:spChg>
        <pc:spChg chg="add mod">
          <ac:chgData name="Sahil Patel" userId="a64c7b323d0897cb" providerId="LiveId" clId="{BC853C47-5110-473F-983B-504606B8359A}" dt="2026-07-30T14:13:06.164" v="514" actId="207"/>
          <ac:spMkLst>
            <pc:docMk/>
            <pc:sldMk cId="0" sldId="257"/>
            <ac:spMk id="45" creationId="{4CFC18E2-2194-6141-074B-2D97247ABF85}"/>
          </ac:spMkLst>
        </pc:spChg>
        <pc:picChg chg="add mod">
          <ac:chgData name="Sahil Patel" userId="a64c7b323d0897cb" providerId="LiveId" clId="{BC853C47-5110-473F-983B-504606B8359A}" dt="2026-08-07T03:23:26.066" v="534" actId="1035"/>
          <ac:picMkLst>
            <pc:docMk/>
            <pc:sldMk cId="0" sldId="257"/>
            <ac:picMk id="6" creationId="{347CA192-60A8-CBF9-2CAA-B29B2A5C4FF3}"/>
          </ac:picMkLst>
        </pc:picChg>
        <pc:picChg chg="add mod">
          <ac:chgData name="Sahil Patel" userId="a64c7b323d0897cb" providerId="LiveId" clId="{BC853C47-5110-473F-983B-504606B8359A}" dt="2026-08-07T03:23:26.066" v="534" actId="1035"/>
          <ac:picMkLst>
            <pc:docMk/>
            <pc:sldMk cId="0" sldId="257"/>
            <ac:picMk id="9" creationId="{8DF7F8E5-6C41-A713-DC09-898DDA20C311}"/>
          </ac:picMkLst>
        </pc:picChg>
      </pc:sldChg>
      <pc:sldChg chg="addSp modSp mod">
        <pc:chgData name="Sahil Patel" userId="a64c7b323d0897cb" providerId="LiveId" clId="{BC853C47-5110-473F-983B-504606B8359A}" dt="2026-08-07T05:16:12.135" v="543" actId="20577"/>
        <pc:sldMkLst>
          <pc:docMk/>
          <pc:sldMk cId="0" sldId="258"/>
        </pc:sldMkLst>
        <pc:spChg chg="mod">
          <ac:chgData name="Sahil Patel" userId="a64c7b323d0897cb" providerId="LiveId" clId="{BC853C47-5110-473F-983B-504606B8359A}" dt="2026-07-30T13:08:58.722" v="23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1" v="22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0" v="35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6" v="29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8" v="33" actId="276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5" v="28" actId="276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7" v="31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3" v="25" actId="276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4" v="27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9" v="34" actId="2763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hil Patel" userId="a64c7b323d0897cb" providerId="LiveId" clId="{BC853C47-5110-473F-983B-504606B8359A}" dt="2026-08-07T05:16:12.135" v="543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6" v="30" actId="2763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7" v="32" actId="2763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2" v="24" actId="2763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24" v="26" actId="27636"/>
          <ac:spMkLst>
            <pc:docMk/>
            <pc:sldMk cId="0" sldId="258"/>
            <ac:spMk id="31" creationId="{00000000-0000-0000-0000-000000000000}"/>
          </ac:spMkLst>
        </pc:spChg>
        <pc:picChg chg="add">
          <ac:chgData name="Sahil Patel" userId="a64c7b323d0897cb" providerId="LiveId" clId="{BC853C47-5110-473F-983B-504606B8359A}" dt="2026-08-07T03:23:27.624" v="535" actId="22"/>
          <ac:picMkLst>
            <pc:docMk/>
            <pc:sldMk cId="0" sldId="258"/>
            <ac:picMk id="33" creationId="{D4AC5E60-863D-9D37-D4B9-3676FE2476A7}"/>
          </ac:picMkLst>
        </pc:picChg>
        <pc:picChg chg="add">
          <ac:chgData name="Sahil Patel" userId="a64c7b323d0897cb" providerId="LiveId" clId="{BC853C47-5110-473F-983B-504606B8359A}" dt="2026-08-07T03:23:27.624" v="535" actId="22"/>
          <ac:picMkLst>
            <pc:docMk/>
            <pc:sldMk cId="0" sldId="258"/>
            <ac:picMk id="35" creationId="{A60DD183-7579-F4BF-1276-073F9C87B977}"/>
          </ac:picMkLst>
        </pc:picChg>
      </pc:sldChg>
      <pc:sldChg chg="addSp delSp modSp mod">
        <pc:chgData name="Sahil Patel" userId="a64c7b323d0897cb" providerId="LiveId" clId="{BC853C47-5110-473F-983B-504606B8359A}" dt="2026-08-07T03:23:29.256" v="536" actId="22"/>
        <pc:sldMkLst>
          <pc:docMk/>
          <pc:sldMk cId="0" sldId="259"/>
        </pc:sldMkLst>
        <pc:spChg chg="mod">
          <ac:chgData name="Sahil Patel" userId="a64c7b323d0897cb" providerId="LiveId" clId="{BC853C47-5110-473F-983B-504606B8359A}" dt="2026-07-30T13:08:58.734" v="38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3" v="37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6" v="41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0" v="64" actId="276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7" v="61" actId="2763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8" v="62" actId="276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2" v="36" actId="276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4" v="39" actId="2763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6" v="58" actId="2763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5" v="40" actId="276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8" v="45" actId="276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2" v="51" actId="276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1" v="50" actId="2763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8" v="44" actId="2763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7:21.831" v="208" actId="1410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6:55.097" v="195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9" v="63" actId="2763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2" v="52" actId="2763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7" v="42" actId="27636"/>
          <ac:spMkLst>
            <pc:docMk/>
            <pc:sldMk cId="0" sldId="259"/>
            <ac:spMk id="3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5" v="57" actId="27636"/>
          <ac:spMkLst>
            <pc:docMk/>
            <pc:sldMk cId="0" sldId="259"/>
            <ac:spMk id="39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39" v="47" actId="27636"/>
          <ac:spMkLst>
            <pc:docMk/>
            <pc:sldMk cId="0" sldId="259"/>
            <ac:spMk id="42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3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4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5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6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7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8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49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50" creationId="{00000000-0000-0000-0000-000000000000}"/>
          </ac:spMkLst>
        </pc:spChg>
        <pc:spChg chg="mod topLvl">
          <ac:chgData name="Sahil Patel" userId="a64c7b323d0897cb" providerId="LiveId" clId="{BC853C47-5110-473F-983B-504606B8359A}" dt="2026-07-30T13:17:21.277" v="207" actId="164"/>
          <ac:spMkLst>
            <pc:docMk/>
            <pc:sldMk cId="0" sldId="259"/>
            <ac:spMk id="51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44:48.164" v="413" actId="14100"/>
          <ac:spMkLst>
            <pc:docMk/>
            <pc:sldMk cId="0" sldId="259"/>
            <ac:spMk id="52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0" v="48" actId="27636"/>
          <ac:spMkLst>
            <pc:docMk/>
            <pc:sldMk cId="0" sldId="259"/>
            <ac:spMk id="5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1" v="49" actId="27636"/>
          <ac:spMkLst>
            <pc:docMk/>
            <pc:sldMk cId="0" sldId="259"/>
            <ac:spMk id="5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46" v="59" actId="27636"/>
          <ac:spMkLst>
            <pc:docMk/>
            <pc:sldMk cId="0" sldId="259"/>
            <ac:spMk id="57" creationId="{00000000-0000-0000-0000-000000000000}"/>
          </ac:spMkLst>
        </pc:spChg>
        <pc:picChg chg="add">
          <ac:chgData name="Sahil Patel" userId="a64c7b323d0897cb" providerId="LiveId" clId="{BC853C47-5110-473F-983B-504606B8359A}" dt="2026-08-07T03:23:29.256" v="536" actId="22"/>
          <ac:picMkLst>
            <pc:docMk/>
            <pc:sldMk cId="0" sldId="259"/>
            <ac:picMk id="41" creationId="{A4FF1F0A-7E41-BEB0-8D39-A16FF66EB296}"/>
          </ac:picMkLst>
        </pc:picChg>
        <pc:picChg chg="add">
          <ac:chgData name="Sahil Patel" userId="a64c7b323d0897cb" providerId="LiveId" clId="{BC853C47-5110-473F-983B-504606B8359A}" dt="2026-08-07T03:23:29.256" v="536" actId="22"/>
          <ac:picMkLst>
            <pc:docMk/>
            <pc:sldMk cId="0" sldId="259"/>
            <ac:picMk id="59" creationId="{A15B5E19-79E3-B768-4E09-4F9C785E0F9C}"/>
          </ac:picMkLst>
        </pc:picChg>
      </pc:sldChg>
      <pc:sldChg chg="addSp delSp modSp mod">
        <pc:chgData name="Sahil Patel" userId="a64c7b323d0897cb" providerId="LiveId" clId="{BC853C47-5110-473F-983B-504606B8359A}" dt="2026-08-07T05:33:00.039" v="589" actId="20577"/>
        <pc:sldMkLst>
          <pc:docMk/>
          <pc:sldMk cId="0" sldId="260"/>
        </pc:sldMkLst>
        <pc:spChg chg="mod">
          <ac:chgData name="Sahil Patel" userId="a64c7b323d0897cb" providerId="LiveId" clId="{BC853C47-5110-473F-983B-504606B8359A}" dt="2026-07-30T13:08:58.754" v="66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8:46.899" v="214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6" v="68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7" v="69" actId="276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9" v="72" actId="276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3" v="77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4" v="78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8:48.496" v="215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2" v="75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3" v="65" actId="276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7" v="82" actId="276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ahil Patel" userId="a64c7b323d0897cb" providerId="LiveId" clId="{BC853C47-5110-473F-983B-504606B8359A}" dt="2026-08-07T05:33:00.039" v="589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ahil Patel" userId="a64c7b323d0897cb" providerId="LiveId" clId="{BC853C47-5110-473F-983B-504606B8359A}" dt="2026-08-07T05:22:07.242" v="551"/>
          <ac:spMkLst>
            <pc:docMk/>
            <pc:sldMk cId="0" sldId="260"/>
            <ac:spMk id="24" creationId="{00000000-0000-0000-0000-000000000000}"/>
          </ac:spMkLst>
        </pc:spChg>
        <pc:spChg chg="add del mod">
          <ac:chgData name="Sahil Patel" userId="a64c7b323d0897cb" providerId="LiveId" clId="{BC853C47-5110-473F-983B-504606B8359A}" dt="2026-08-07T05:23:36.084" v="580" actId="20577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8" v="71" actId="276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18:50.671" v="216" actId="14100"/>
          <ac:spMkLst>
            <pc:docMk/>
            <pc:sldMk cId="0" sldId="260"/>
            <ac:spMk id="28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5" v="79" actId="2763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2" v="76" actId="2763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1" v="74" actId="2763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5" v="80" actId="2763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67" v="81" actId="27636"/>
          <ac:spMkLst>
            <pc:docMk/>
            <pc:sldMk cId="0" sldId="260"/>
            <ac:spMk id="38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755" v="67" actId="27636"/>
          <ac:spMkLst>
            <pc:docMk/>
            <pc:sldMk cId="0" sldId="260"/>
            <ac:spMk id="40" creationId="{00000000-0000-0000-0000-000000000000}"/>
          </ac:spMkLst>
        </pc:spChg>
        <pc:spChg chg="add mod ord">
          <ac:chgData name="Sahil Patel" userId="a64c7b323d0897cb" providerId="LiveId" clId="{BC853C47-5110-473F-983B-504606B8359A}" dt="2026-07-30T13:23:58.756" v="296" actId="167"/>
          <ac:spMkLst>
            <pc:docMk/>
            <pc:sldMk cId="0" sldId="260"/>
            <ac:spMk id="42" creationId="{BF14EAF5-B28C-8B1F-5964-359045D2A2AE}"/>
          </ac:spMkLst>
        </pc:spChg>
        <pc:picChg chg="add">
          <ac:chgData name="Sahil Patel" userId="a64c7b323d0897cb" providerId="LiveId" clId="{BC853C47-5110-473F-983B-504606B8359A}" dt="2026-08-07T03:23:31.353" v="537" actId="22"/>
          <ac:picMkLst>
            <pc:docMk/>
            <pc:sldMk cId="0" sldId="260"/>
            <ac:picMk id="43" creationId="{25AC08FF-C39B-8E81-48D5-B203D1149251}"/>
          </ac:picMkLst>
        </pc:picChg>
        <pc:picChg chg="add">
          <ac:chgData name="Sahil Patel" userId="a64c7b323d0897cb" providerId="LiveId" clId="{BC853C47-5110-473F-983B-504606B8359A}" dt="2026-08-07T03:23:31.353" v="537" actId="22"/>
          <ac:picMkLst>
            <pc:docMk/>
            <pc:sldMk cId="0" sldId="260"/>
            <ac:picMk id="45" creationId="{08474095-2FF6-0E55-AFD3-A9CDD337EC2C}"/>
          </ac:picMkLst>
        </pc:picChg>
      </pc:sldChg>
      <pc:sldChg chg="addSp modSp mod">
        <pc:chgData name="Sahil Patel" userId="a64c7b323d0897cb" providerId="LiveId" clId="{BC853C47-5110-473F-983B-504606B8359A}" dt="2026-08-07T03:23:33.335" v="538" actId="22"/>
        <pc:sldMkLst>
          <pc:docMk/>
          <pc:sldMk cId="0" sldId="261"/>
        </pc:sldMkLst>
        <pc:spChg chg="mod">
          <ac:chgData name="Sahil Patel" userId="a64c7b323d0897cb" providerId="LiveId" clId="{BC853C47-5110-473F-983B-504606B8359A}" dt="2026-07-30T14:09:46.191" v="49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677" v="0" actId="164"/>
          <ac:spMkLst>
            <pc:docMk/>
            <pc:sldMk cId="0" sldId="261"/>
            <ac:spMk id="3" creationId="{00000000-0000-0000-0000-000000000000}"/>
          </ac:spMkLst>
        </pc:spChg>
        <pc:spChg chg="mod">
          <ac:chgData name="Sahil Patel" userId="a64c7b323d0897cb" providerId="LiveId" clId="{BC853C47-5110-473F-983B-504606B8359A}" dt="2026-07-30T13:08:58.696" v="2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10:58.536" v="503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11:03.521" v="504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07:53.422" v="486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06:45.568" v="419" actId="164"/>
          <ac:spMkLst>
            <pc:docMk/>
            <pc:sldMk cId="0" sldId="261"/>
            <ac:spMk id="8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08:00.224" v="489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11:41.220" v="507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06:35.007" v="415" actId="16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ahil Patel" userId="a64c7b323d0897cb" providerId="LiveId" clId="{BC853C47-5110-473F-983B-504606B8359A}" dt="2026-07-30T14:09:54.431" v="497" actId="1076"/>
          <ac:spMkLst>
            <pc:docMk/>
            <pc:sldMk cId="0" sldId="261"/>
            <ac:spMk id="12" creationId="{00000000-0000-0000-0000-000000000000}"/>
          </ac:spMkLst>
        </pc:spChg>
        <pc:grpChg chg="add mod">
          <ac:chgData name="Sahil Patel" userId="a64c7b323d0897cb" providerId="LiveId" clId="{BC853C47-5110-473F-983B-504606B8359A}" dt="2026-07-30T14:08:16.281" v="491" actId="12788"/>
          <ac:grpSpMkLst>
            <pc:docMk/>
            <pc:sldMk cId="0" sldId="261"/>
            <ac:grpSpMk id="13" creationId="{386E151A-D1BE-F46A-1F58-1A45E8BF9BDF}"/>
          </ac:grpSpMkLst>
        </pc:grpChg>
        <pc:grpChg chg="add mod">
          <ac:chgData name="Sahil Patel" userId="a64c7b323d0897cb" providerId="LiveId" clId="{BC853C47-5110-473F-983B-504606B8359A}" dt="2026-07-30T14:10:12.039" v="501" actId="12788"/>
          <ac:grpSpMkLst>
            <pc:docMk/>
            <pc:sldMk cId="0" sldId="261"/>
            <ac:grpSpMk id="14" creationId="{5C8A950A-57F5-F96B-83C7-B23B80DCBE81}"/>
          </ac:grpSpMkLst>
        </pc:grpChg>
        <pc:grpChg chg="add mod">
          <ac:chgData name="Sahil Patel" userId="a64c7b323d0897cb" providerId="LiveId" clId="{BC853C47-5110-473F-983B-504606B8359A}" dt="2026-07-30T14:10:53.827" v="502" actId="465"/>
          <ac:grpSpMkLst>
            <pc:docMk/>
            <pc:sldMk cId="0" sldId="261"/>
            <ac:grpSpMk id="15" creationId="{2C532196-B378-234E-051A-C201538E197F}"/>
          </ac:grpSpMkLst>
        </pc:grpChg>
        <pc:picChg chg="add">
          <ac:chgData name="Sahil Patel" userId="a64c7b323d0897cb" providerId="LiveId" clId="{BC853C47-5110-473F-983B-504606B8359A}" dt="2026-08-07T03:23:33.335" v="538" actId="22"/>
          <ac:picMkLst>
            <pc:docMk/>
            <pc:sldMk cId="0" sldId="261"/>
            <ac:picMk id="17" creationId="{21F82F8E-ED81-60F2-A9DF-BC916E15B781}"/>
          </ac:picMkLst>
        </pc:picChg>
        <pc:picChg chg="add">
          <ac:chgData name="Sahil Patel" userId="a64c7b323d0897cb" providerId="LiveId" clId="{BC853C47-5110-473F-983B-504606B8359A}" dt="2026-08-07T03:23:33.335" v="538" actId="22"/>
          <ac:picMkLst>
            <pc:docMk/>
            <pc:sldMk cId="0" sldId="261"/>
            <ac:picMk id="19" creationId="{EF18BB91-F44A-313C-26E5-A85943CE262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53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SmartServe AI: one AI operating system for food businesses. Frame the problem — 5-6 disconnected tools, all reactive — then the one-line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member briefly — name, role, one line on what they own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modules left-to-right. Land on the principle bar: every prediction runs only on the business's own uploaded data — no data, no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by layer: Django REST backend with JWT auth, dual-database design, React frontend talking to the API over REST, classic + time-series ML, containerized deployment. Backend and frontend are now separate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candid: strengths first, then honest limitations (data quality, 30-day warm-up, stubbed integrations, single branch), then the concrete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one-liner: turning restaurant data into decisions. Point to contact and demo link,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hilpatel0219/SmartServe-A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2750" y="-4000500"/>
            <a:ext cx="12382500" cy="857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0101">
                  <a:alpha val="32000"/>
                </a:srgbClr>
              </a:gs>
              <a:gs pos="55000">
                <a:srgbClr val="3D0000">
                  <a:alpha val="12000"/>
                </a:srgbClr>
              </a:gs>
              <a:gs pos="75000">
                <a:srgbClr val="3D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5047915" y="2667000"/>
            <a:ext cx="84777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576" dirty="0">
                <a:solidFill>
                  <a:srgbClr val="B8A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· FOOD BUSINESSES</a:t>
            </a:r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E30492-769B-1779-1514-B9BFE7A800C2}"/>
              </a:ext>
            </a:extLst>
          </p:cNvPr>
          <p:cNvGrpSpPr/>
          <p:nvPr/>
        </p:nvGrpSpPr>
        <p:grpSpPr>
          <a:xfrm>
            <a:off x="4814563" y="3614837"/>
            <a:ext cx="8460753" cy="1624013"/>
            <a:chOff x="4653908" y="2847975"/>
            <a:chExt cx="8460753" cy="1624013"/>
          </a:xfrm>
        </p:grpSpPr>
        <p:sp>
          <p:nvSpPr>
            <p:cNvPr id="5" name="Text 3"/>
            <p:cNvSpPr/>
            <p:nvPr/>
          </p:nvSpPr>
          <p:spPr>
            <a:xfrm>
              <a:off x="4653908" y="2847975"/>
              <a:ext cx="7437879" cy="16002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70732"/>
                </a:lnSpc>
                <a:buNone/>
              </a:pPr>
              <a:r>
                <a:rPr lang="en-US" sz="8700" b="1" kern="0" spc="-304" dirty="0">
                  <a:solidFill>
                    <a:srgbClr val="F5EFE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SmartServe</a:t>
              </a:r>
              <a:endParaRPr lang="en-US" sz="87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1781235" y="2871788"/>
              <a:ext cx="1333426" cy="1600200"/>
            </a:xfrm>
            <a:prstGeom prst="rect">
              <a:avLst/>
            </a:prstGeom>
            <a:noFill/>
            <a:ln/>
            <a:effectLst>
              <a:outerShdw blurRad="419100" dist="50800" dir="16200000" algn="bl" rotWithShape="0">
                <a:srgbClr val="FF0000">
                  <a:alpha val="35000"/>
                </a:srgbClr>
              </a:outerShdw>
            </a:effectLst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70732"/>
                </a:lnSpc>
                <a:buNone/>
              </a:pPr>
              <a:r>
                <a:rPr lang="en-US" sz="8700" b="1" kern="0" spc="-304" dirty="0">
                  <a:solidFill>
                    <a:srgbClr val="95010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</a:t>
              </a:r>
              <a:endParaRPr lang="en-US" sz="87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214193" y="5065019"/>
            <a:ext cx="799024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kern="0" spc="-25" dirty="0">
                <a:solidFill>
                  <a:srgbClr val="E3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Operating System for Food Businesses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682240" y="5972174"/>
            <a:ext cx="6560820" cy="2105025"/>
          </a:xfrm>
          <a:prstGeom prst="roundRect">
            <a:avLst>
              <a:gd name="adj" fmla="val 7229"/>
            </a:avLst>
          </a:prstGeom>
          <a:solidFill>
            <a:srgbClr val="150A0C"/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9425" y="6257924"/>
            <a:ext cx="62236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7E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19425" y="6657974"/>
            <a:ext cx="5827586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FC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juggle separate POS, inventory, staff, delivery, and accounting tools — nothing predicts what to buy, cook, staff, or promote before problems happen.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580245" y="5972174"/>
            <a:ext cx="6362700" cy="1922575"/>
          </a:xfrm>
          <a:prstGeom prst="roundRect">
            <a:avLst>
              <a:gd name="adj" fmla="val 7229"/>
            </a:avLst>
          </a:prstGeom>
          <a:solidFill>
            <a:srgbClr val="3D0000"/>
          </a:solidFill>
          <a:ln w="9525">
            <a:solidFill>
              <a:srgbClr val="FF0000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32670" y="6291286"/>
            <a:ext cx="6223635" cy="366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8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32670" y="6723634"/>
            <a:ext cx="5827586" cy="8754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F5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that turns a food business's own uploaded data into forecasts, alerts, and decisions.</a:t>
            </a:r>
            <a:endParaRPr lang="en-US" sz="1875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1D1E7A-5EDA-CB02-A150-0AFF8F67F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204" y="139722"/>
            <a:ext cx="862885" cy="9021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7E161C-D870-E6C2-5FE2-A714FF2FF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339" y="9708029"/>
            <a:ext cx="2952750" cy="5789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>
            <a:extLst>
              <a:ext uri="{FF2B5EF4-FFF2-40B4-BE49-F238E27FC236}">
                <a16:creationId xmlns:a16="http://schemas.microsoft.com/office/drawing/2014/main" id="{7CF096E6-A0DE-DB27-CC09-CC098F5EE1EA}"/>
              </a:ext>
            </a:extLst>
          </p:cNvPr>
          <p:cNvSpPr/>
          <p:nvPr/>
        </p:nvSpPr>
        <p:spPr>
          <a:xfrm>
            <a:off x="2310705" y="1423391"/>
            <a:ext cx="12382500" cy="857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0101">
                  <a:alpha val="32000"/>
                </a:srgbClr>
              </a:gs>
              <a:gs pos="55000">
                <a:srgbClr val="3D0000">
                  <a:alpha val="12000"/>
                </a:srgbClr>
              </a:gs>
              <a:gs pos="75000">
                <a:srgbClr val="3D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" name="Text 0"/>
          <p:cNvSpPr/>
          <p:nvPr/>
        </p:nvSpPr>
        <p:spPr>
          <a:xfrm>
            <a:off x="1047750" y="915261"/>
            <a:ext cx="4723388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130" dirty="0">
                <a:solidFill>
                  <a:srgbClr val="F5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Team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4693205" y="1315311"/>
            <a:ext cx="28017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7E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SMARTSERVE 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71864" y="2350484"/>
            <a:ext cx="6367530" cy="2657475"/>
          </a:xfrm>
          <a:prstGeom prst="roundRect">
            <a:avLst>
              <a:gd name="adj" fmla="val 6452"/>
            </a:avLst>
          </a:prstGeom>
          <a:solidFill>
            <a:srgbClr val="150A0C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7662" y="2741813"/>
            <a:ext cx="48174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EFEF">
                    <a:alpha val="96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PATEL SAHIL NITINBHAI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2729695C-42D3-BA99-E274-28906C636DF8}"/>
              </a:ext>
            </a:extLst>
          </p:cNvPr>
          <p:cNvSpPr/>
          <p:nvPr/>
        </p:nvSpPr>
        <p:spPr>
          <a:xfrm>
            <a:off x="3627276" y="3252830"/>
            <a:ext cx="2358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24002171810022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B9E7EB7F-1D47-980D-B09C-7671FF9A5325}"/>
              </a:ext>
            </a:extLst>
          </p:cNvPr>
          <p:cNvSpPr/>
          <p:nvPr/>
        </p:nvSpPr>
        <p:spPr>
          <a:xfrm>
            <a:off x="3627276" y="3763847"/>
            <a:ext cx="2358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CSE (Data Science)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E1842555-FD82-3832-FD86-B43AEE7D16A4}"/>
              </a:ext>
            </a:extLst>
          </p:cNvPr>
          <p:cNvSpPr/>
          <p:nvPr/>
        </p:nvSpPr>
        <p:spPr>
          <a:xfrm>
            <a:off x="9474209" y="4471698"/>
            <a:ext cx="6367530" cy="2657475"/>
          </a:xfrm>
          <a:prstGeom prst="roundRect">
            <a:avLst>
              <a:gd name="adj" fmla="val 6452"/>
            </a:avLst>
          </a:prstGeom>
          <a:solidFill>
            <a:srgbClr val="150A0C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7442BD1A-C685-FC63-9F25-1AE2BBA32764}"/>
              </a:ext>
            </a:extLst>
          </p:cNvPr>
          <p:cNvSpPr/>
          <p:nvPr/>
        </p:nvSpPr>
        <p:spPr>
          <a:xfrm>
            <a:off x="10200007" y="4863027"/>
            <a:ext cx="48174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EFEF">
                    <a:alpha val="96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PATEL MAAHI PIYUSH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F4CCC6D-D052-FB43-D153-06ABC54D3AFE}"/>
              </a:ext>
            </a:extLst>
          </p:cNvPr>
          <p:cNvSpPr/>
          <p:nvPr/>
        </p:nvSpPr>
        <p:spPr>
          <a:xfrm>
            <a:off x="10814814" y="6402744"/>
            <a:ext cx="3587870" cy="46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Engineer</a:t>
            </a:r>
            <a:endParaRPr lang="en-US" sz="24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72A49850-AAD1-6BB5-A3C8-D0CB507419CC}"/>
              </a:ext>
            </a:extLst>
          </p:cNvPr>
          <p:cNvSpPr/>
          <p:nvPr/>
        </p:nvSpPr>
        <p:spPr>
          <a:xfrm>
            <a:off x="11429621" y="5376266"/>
            <a:ext cx="2358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24002171210126</a:t>
            </a: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ACE91C2-0877-58EA-A417-62B3AB9DB695}"/>
              </a:ext>
            </a:extLst>
          </p:cNvPr>
          <p:cNvSpPr/>
          <p:nvPr/>
        </p:nvSpPr>
        <p:spPr>
          <a:xfrm>
            <a:off x="11429621" y="5889505"/>
            <a:ext cx="2358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CSE</a:t>
            </a: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D6A4F78F-EC46-9D7B-65FC-76271E933848}"/>
              </a:ext>
            </a:extLst>
          </p:cNvPr>
          <p:cNvSpPr/>
          <p:nvPr/>
        </p:nvSpPr>
        <p:spPr>
          <a:xfrm>
            <a:off x="1671864" y="6755003"/>
            <a:ext cx="6367530" cy="2657475"/>
          </a:xfrm>
          <a:prstGeom prst="roundRect">
            <a:avLst>
              <a:gd name="adj" fmla="val 6452"/>
            </a:avLst>
          </a:prstGeom>
          <a:solidFill>
            <a:srgbClr val="150A0C">
              <a:alpha val="96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1C0AD8B-37BE-8FA6-DE53-0D2AE11E956B}"/>
              </a:ext>
            </a:extLst>
          </p:cNvPr>
          <p:cNvSpPr/>
          <p:nvPr/>
        </p:nvSpPr>
        <p:spPr>
          <a:xfrm>
            <a:off x="2397662" y="7146332"/>
            <a:ext cx="481748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EFEF">
                    <a:alpha val="96000"/>
                  </a:srgb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MEWADA HET KETANKUMAR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9A37543A-5C76-C9C1-9086-D2B30DB9314D}"/>
              </a:ext>
            </a:extLst>
          </p:cNvPr>
          <p:cNvSpPr/>
          <p:nvPr/>
        </p:nvSpPr>
        <p:spPr>
          <a:xfrm>
            <a:off x="3627276" y="7658320"/>
            <a:ext cx="2358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24002171810017</a:t>
            </a:r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0A509FAE-E8DE-4EAF-2E3D-AC35FC77EDB7}"/>
              </a:ext>
            </a:extLst>
          </p:cNvPr>
          <p:cNvSpPr/>
          <p:nvPr/>
        </p:nvSpPr>
        <p:spPr>
          <a:xfrm>
            <a:off x="3627276" y="8170308"/>
            <a:ext cx="2358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CSE (Data Science)</a:t>
            </a: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5754FFA9-A24C-538B-6610-356F8C9DD0A1}"/>
              </a:ext>
            </a:extLst>
          </p:cNvPr>
          <p:cNvSpPr/>
          <p:nvPr/>
        </p:nvSpPr>
        <p:spPr>
          <a:xfrm>
            <a:off x="3012469" y="8682296"/>
            <a:ext cx="3587870" cy="46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Engineer</a:t>
            </a:r>
            <a:endParaRPr lang="en-US" sz="24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4CFC18E2-2194-6141-074B-2D97247ABF85}"/>
              </a:ext>
            </a:extLst>
          </p:cNvPr>
          <p:cNvSpPr/>
          <p:nvPr/>
        </p:nvSpPr>
        <p:spPr>
          <a:xfrm>
            <a:off x="3012469" y="4274863"/>
            <a:ext cx="3587870" cy="46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6B6B">
                    <a:alpha val="9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CA192-60A8-CBF9-2CAA-B29B2A5C4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204" y="139722"/>
            <a:ext cx="862885" cy="902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F7F8E5-6C41-A713-DC09-898DDA20C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339" y="9708029"/>
            <a:ext cx="2952750" cy="578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458"/>
            <a:ext cx="5792420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130" dirty="0">
                <a:solidFill>
                  <a:srgbClr val="F5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Functionality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3488144" y="1200508"/>
            <a:ext cx="41273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7E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MODULES · ONE OS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082568"/>
            <a:ext cx="5245001" cy="3228975"/>
          </a:xfrm>
          <a:prstGeom prst="roundRect">
            <a:avLst>
              <a:gd name="adj" fmla="val 5310"/>
            </a:avLst>
          </a:prstGeom>
          <a:solidFill>
            <a:srgbClr val="150A0C">
              <a:alpha val="98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alphaModFix amt="9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3025" y="2339743"/>
            <a:ext cx="419100" cy="41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3025" y="2911243"/>
            <a:ext cx="51198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5EFEF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Inventory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43025" y="3368443"/>
            <a:ext cx="479408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800" dirty="0">
                <a:solidFill>
                  <a:srgbClr val="B8A9AA">
                    <a:alpha val="9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Auto-deducts ingredients per sale via recipe mapping. Low-stock and expiry alerts.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21351" y="2091257"/>
            <a:ext cx="5245150" cy="3228975"/>
          </a:xfrm>
          <a:prstGeom prst="roundRect">
            <a:avLst>
              <a:gd name="adj" fmla="val 5310"/>
            </a:avLst>
          </a:prstGeom>
          <a:solidFill>
            <a:srgbClr val="150A0C">
              <a:alpha val="9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alphaModFix amt="94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6626" y="2348432"/>
            <a:ext cx="419100" cy="4191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6626" y="2919932"/>
            <a:ext cx="5120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5EFEF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Demand Forecasting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816626" y="3377132"/>
            <a:ext cx="4794238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800" dirty="0">
                <a:solidFill>
                  <a:srgbClr val="B8A9AA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Next-day, weekend, and per-item demand — predicted from the business's own sales history.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1995100" y="2105084"/>
            <a:ext cx="5245150" cy="3228975"/>
          </a:xfrm>
          <a:prstGeom prst="roundRect">
            <a:avLst>
              <a:gd name="adj" fmla="val 5310"/>
            </a:avLst>
          </a:prstGeom>
          <a:solidFill>
            <a:srgbClr val="150A0C">
              <a:alpha val="88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alphaModFix amt="88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90375" y="2362259"/>
            <a:ext cx="419100" cy="4191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90375" y="2933759"/>
            <a:ext cx="5120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5EFEF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Waste Prediction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2290375" y="3390959"/>
            <a:ext cx="4794238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800" dirty="0">
                <a:solidFill>
                  <a:srgbClr val="B8A9AA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stock likely to expire before it sells — with the estimated ₹ loss attached.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047750" y="5583269"/>
            <a:ext cx="5245001" cy="3228975"/>
          </a:xfrm>
          <a:prstGeom prst="roundRect">
            <a:avLst>
              <a:gd name="adj" fmla="val 5310"/>
            </a:avLst>
          </a:prstGeom>
          <a:solidFill>
            <a:srgbClr val="150A0C">
              <a:alpha val="80000"/>
            </a:srgbClr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alphaModFix amt="8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3025" y="5840444"/>
            <a:ext cx="419100" cy="419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43025" y="6411944"/>
            <a:ext cx="511989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5EFE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Analytics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1343025" y="6869144"/>
            <a:ext cx="4794084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800" dirty="0">
                <a:solidFill>
                  <a:srgbClr val="B8A9A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Per-item margins. Menu classified into Stars, Puzzles, and Dogs.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521351" y="5613086"/>
            <a:ext cx="5245150" cy="3228975"/>
          </a:xfrm>
          <a:prstGeom prst="roundRect">
            <a:avLst>
              <a:gd name="adj" fmla="val 5310"/>
            </a:avLst>
          </a:prstGeom>
          <a:solidFill>
            <a:srgbClr val="150A0C">
              <a:alpha val="68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alphaModFix amt="68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6626" y="5870261"/>
            <a:ext cx="419100" cy="4191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16626" y="6441761"/>
            <a:ext cx="5120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5EFEF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Operations</a:t>
            </a:r>
            <a:endParaRPr lang="en-US" sz="2100" dirty="0"/>
          </a:p>
        </p:txBody>
      </p:sp>
      <p:sp>
        <p:nvSpPr>
          <p:cNvPr id="23" name="Text 16"/>
          <p:cNvSpPr/>
          <p:nvPr/>
        </p:nvSpPr>
        <p:spPr>
          <a:xfrm>
            <a:off x="6816626" y="6898961"/>
            <a:ext cx="4794238" cy="10118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800" dirty="0">
                <a:solidFill>
                  <a:srgbClr val="B8A9AA">
                    <a:alpha val="6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and delivery orders — plus staff, suppliers, and customers in one dashboard.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11995100" y="5655164"/>
            <a:ext cx="5245150" cy="3228975"/>
          </a:xfrm>
          <a:prstGeom prst="roundRect">
            <a:avLst>
              <a:gd name="adj" fmla="val 5310"/>
            </a:avLst>
          </a:prstGeom>
          <a:solidFill>
            <a:srgbClr val="3D0000">
              <a:alpha val="51000"/>
            </a:srgbClr>
          </a:solidFill>
          <a:ln w="9525">
            <a:solidFill>
              <a:srgbClr val="FF0000">
                <a:alpha val="11000"/>
              </a:srgbClr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2290375" y="5912339"/>
            <a:ext cx="113198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0732"/>
              </a:lnSpc>
              <a:buNone/>
            </a:pPr>
            <a:r>
              <a:rPr lang="en-US" sz="4350" b="1" kern="0" spc="-130" dirty="0">
                <a:solidFill>
                  <a:srgbClr val="F5E7E7">
                    <a:alpha val="5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4350" dirty="0"/>
          </a:p>
        </p:txBody>
      </p:sp>
      <p:sp>
        <p:nvSpPr>
          <p:cNvPr id="26" name="Text 19"/>
          <p:cNvSpPr/>
          <p:nvPr/>
        </p:nvSpPr>
        <p:spPr>
          <a:xfrm>
            <a:off x="13441412" y="6198089"/>
            <a:ext cx="122024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A9A9">
                    <a:alpha val="5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100 scale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2290375" y="6598139"/>
            <a:ext cx="51200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5EFEF">
                    <a:alpha val="5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Health Score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12290375" y="7036289"/>
            <a:ext cx="4794238" cy="687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714"/>
              </a:lnSpc>
              <a:buNone/>
            </a:pPr>
            <a:r>
              <a:rPr lang="en-US" sz="1800" dirty="0">
                <a:solidFill>
                  <a:srgbClr val="E3C8C8">
                    <a:alpha val="51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 on revenue growth, margins, waste, retention, and inventory efficiency.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1047750" y="9185271"/>
            <a:ext cx="16192500" cy="628650"/>
          </a:xfrm>
          <a:prstGeom prst="roundRect">
            <a:avLst>
              <a:gd name="adj" fmla="val 21212"/>
            </a:avLst>
          </a:prstGeom>
          <a:solidFill>
            <a:srgbClr val="150A0C">
              <a:alpha val="22000"/>
            </a:srgbClr>
          </a:solidFill>
          <a:ln w="9525">
            <a:solidFill>
              <a:srgbClr val="FFFFFF">
                <a:alpha val="2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343025" y="9451971"/>
            <a:ext cx="95250" cy="95250"/>
          </a:xfrm>
          <a:prstGeom prst="ellipse">
            <a:avLst/>
          </a:prstGeom>
          <a:solidFill>
            <a:srgbClr val="FF0000">
              <a:alpha val="22000"/>
            </a:srgbClr>
          </a:solidFill>
          <a:ln/>
          <a:effectLst>
            <a:outerShdw blurRad="133350" dist="50800" dir="16200000" algn="bl" rotWithShape="0">
              <a:srgbClr val="FF0000">
                <a:alpha val="13078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1628775" y="9366246"/>
            <a:ext cx="115101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</a:t>
            </a:r>
            <a:r>
              <a:rPr lang="en-US" sz="1800" dirty="0">
                <a:solidFill>
                  <a:srgbClr val="E3D8D8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AI runs only on the business's own uploaded data — no predictions without real data.</a:t>
            </a:r>
            <a:endParaRPr lang="en-US" sz="1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4AC5E60-863D-9D37-D4B9-3676FE2476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09204" y="139722"/>
            <a:ext cx="862885" cy="9021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60DD183-7579-F4BF-1276-073F9C87B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19339" y="9708029"/>
            <a:ext cx="2952750" cy="578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682"/>
            <a:ext cx="5638532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130" dirty="0">
                <a:solidFill>
                  <a:srgbClr val="F5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5232856" y="1200732"/>
            <a:ext cx="22081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7E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REACT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007308"/>
            <a:ext cx="5257800" cy="3248025"/>
          </a:xfrm>
          <a:prstGeom prst="roundRect">
            <a:avLst>
              <a:gd name="adj" fmla="val 5279"/>
            </a:avLst>
          </a:prstGeom>
          <a:solidFill>
            <a:srgbClr val="150A0C">
              <a:alpha val="97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3025" y="2264483"/>
            <a:ext cx="513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8A9A9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43025" y="2721683"/>
            <a:ext cx="1136600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7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4000" y="2816933"/>
            <a:ext cx="85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93925" y="2721683"/>
            <a:ext cx="1136600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7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4900" y="2816933"/>
            <a:ext cx="85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43025" y="3293183"/>
            <a:ext cx="3093095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7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3388433"/>
            <a:ext cx="28239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REST Framework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50420" y="3293183"/>
            <a:ext cx="1420118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7000"/>
            </a:srgbClr>
          </a:solidFill>
          <a:ln w="9525">
            <a:solidFill>
              <a:srgbClr val="FFFFFF">
                <a:alpha val="9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1395" y="3388433"/>
            <a:ext cx="11343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15100" y="2016631"/>
            <a:ext cx="5257800" cy="3248025"/>
          </a:xfrm>
          <a:prstGeom prst="roundRect">
            <a:avLst>
              <a:gd name="adj" fmla="val 5279"/>
            </a:avLst>
          </a:prstGeom>
          <a:solidFill>
            <a:srgbClr val="150A0C">
              <a:alpha val="9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0375" y="2273806"/>
            <a:ext cx="513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8A9A9">
                    <a:alpha val="9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10375" y="2731006"/>
            <a:ext cx="1615529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1350" y="2826256"/>
            <a:ext cx="1329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(Vite)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40204" y="2731006"/>
            <a:ext cx="1784747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21179" y="2826256"/>
            <a:ext cx="14989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10375" y="3302506"/>
            <a:ext cx="2521893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1350" y="3397756"/>
            <a:ext cx="22361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/ React Query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46568" y="3302506"/>
            <a:ext cx="1340346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93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7543" y="3397756"/>
            <a:ext cx="10545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9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982450" y="2031281"/>
            <a:ext cx="5257800" cy="3248025"/>
          </a:xfrm>
          <a:prstGeom prst="roundRect">
            <a:avLst>
              <a:gd name="adj" fmla="val 5279"/>
            </a:avLst>
          </a:prstGeom>
          <a:solidFill>
            <a:srgbClr val="150A0C">
              <a:alpha val="87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77725" y="2288456"/>
            <a:ext cx="513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8A9A9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277725" y="2745656"/>
            <a:ext cx="3168848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87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458700" y="2840906"/>
            <a:ext cx="2901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· business data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277725" y="3317156"/>
            <a:ext cx="3944243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87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458700" y="3412406"/>
            <a:ext cx="37006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 · auth, users, roles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7750" y="5510573"/>
            <a:ext cx="7991475" cy="3248025"/>
          </a:xfrm>
          <a:prstGeom prst="roundRect">
            <a:avLst>
              <a:gd name="adj" fmla="val 5279"/>
            </a:avLst>
          </a:prstGeom>
          <a:solidFill>
            <a:srgbClr val="3D0000">
              <a:alpha val="79000"/>
            </a:srgbClr>
          </a:solidFill>
          <a:ln w="9525">
            <a:solidFill>
              <a:srgbClr val="FF0000">
                <a:alpha val="17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3025" y="5767748"/>
            <a:ext cx="81410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8A9A9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43025" y="6224948"/>
            <a:ext cx="1175147" cy="457200"/>
          </a:xfrm>
          <a:prstGeom prst="roundRect">
            <a:avLst>
              <a:gd name="adj" fmla="val 50000"/>
            </a:avLst>
          </a:prstGeom>
          <a:solidFill>
            <a:srgbClr val="0B0607">
              <a:alpha val="35000"/>
            </a:srgbClr>
          </a:solidFill>
          <a:ln w="9525">
            <a:solidFill>
              <a:srgbClr val="FF0000">
                <a:alpha val="14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4000" y="6320198"/>
            <a:ext cx="8893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632472" y="6224948"/>
            <a:ext cx="1149548" cy="457200"/>
          </a:xfrm>
          <a:prstGeom prst="roundRect">
            <a:avLst>
              <a:gd name="adj" fmla="val 50000"/>
            </a:avLst>
          </a:prstGeom>
          <a:solidFill>
            <a:srgbClr val="0B0607">
              <a:alpha val="35000"/>
            </a:srgbClr>
          </a:solidFill>
          <a:ln w="9525">
            <a:solidFill>
              <a:srgbClr val="FF0000">
                <a:alpha val="1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13447" y="6320198"/>
            <a:ext cx="8637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896320" y="6224948"/>
            <a:ext cx="1569095" cy="457200"/>
          </a:xfrm>
          <a:prstGeom prst="roundRect">
            <a:avLst>
              <a:gd name="adj" fmla="val 50000"/>
            </a:avLst>
          </a:prstGeom>
          <a:solidFill>
            <a:srgbClr val="0B0607">
              <a:alpha val="35000"/>
            </a:srgbClr>
          </a:solidFill>
          <a:ln w="9525">
            <a:solidFill>
              <a:srgbClr val="FF0000">
                <a:alpha val="14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77295" y="6320198"/>
            <a:ext cx="12833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579715" y="6224948"/>
            <a:ext cx="1339900" cy="457200"/>
          </a:xfrm>
          <a:prstGeom prst="roundRect">
            <a:avLst>
              <a:gd name="adj" fmla="val 50000"/>
            </a:avLst>
          </a:prstGeom>
          <a:solidFill>
            <a:srgbClr val="0B0607">
              <a:alpha val="35000"/>
            </a:srgbClr>
          </a:solidFill>
          <a:ln w="9525">
            <a:solidFill>
              <a:srgbClr val="FF0000">
                <a:alpha val="14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690" y="6320198"/>
            <a:ext cx="1054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343025" y="8253773"/>
            <a:ext cx="81410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3C8C8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Forecasting, waste prediction, and menu classification models.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248775" y="5541902"/>
            <a:ext cx="7991475" cy="3248025"/>
          </a:xfrm>
          <a:prstGeom prst="roundRect">
            <a:avLst>
              <a:gd name="adj" fmla="val 5279"/>
            </a:avLst>
          </a:prstGeom>
          <a:solidFill>
            <a:srgbClr val="150A0C">
              <a:alpha val="66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44050" y="5799077"/>
            <a:ext cx="81410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E8A9A9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544050" y="6256277"/>
            <a:ext cx="1137047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66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25025" y="6351527"/>
            <a:ext cx="8512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795397" y="6256277"/>
            <a:ext cx="997000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66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6372" y="6351527"/>
            <a:ext cx="711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1906696" y="6256277"/>
            <a:ext cx="2470696" cy="457200"/>
          </a:xfrm>
          <a:prstGeom prst="roundRect">
            <a:avLst>
              <a:gd name="adj" fmla="val 50000"/>
            </a:avLst>
          </a:prstGeom>
          <a:solidFill>
            <a:srgbClr val="1C0D0F">
              <a:alpha val="66000"/>
            </a:srgbClr>
          </a:solidFill>
          <a:ln w="9525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087671" y="6351527"/>
            <a:ext cx="21849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5EFE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DigitalOcean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544050" y="8285102"/>
            <a:ext cx="81410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B8A9AA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Containerized, reverse-proxied, cloud-hosted.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4550420" y="9043425"/>
            <a:ext cx="9252666" cy="704850"/>
          </a:xfrm>
          <a:prstGeom prst="roundRect">
            <a:avLst>
              <a:gd name="adj" fmla="val 24324"/>
            </a:avLst>
          </a:prstGeom>
          <a:solidFill>
            <a:srgbClr val="150A0C">
              <a:alpha val="4800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14814" y="9262500"/>
            <a:ext cx="25671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5EFEF">
                    <a:alpha val="4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(Django API)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958138" y="9391088"/>
            <a:ext cx="438150" cy="9525"/>
          </a:xfrm>
          <a:prstGeom prst="rect">
            <a:avLst/>
          </a:prstGeom>
          <a:solidFill>
            <a:srgbClr val="7E6F70">
              <a:alpha val="4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472488" y="9286313"/>
            <a:ext cx="15334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210" dirty="0">
                <a:solidFill>
                  <a:srgbClr val="E8A9A9">
                    <a:alpha val="4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+ JWT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9942761" y="9391088"/>
            <a:ext cx="438150" cy="9525"/>
          </a:xfrm>
          <a:prstGeom prst="rect">
            <a:avLst/>
          </a:prstGeom>
          <a:solidFill>
            <a:srgbClr val="7E6F70">
              <a:alpha val="4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590461" y="9262500"/>
            <a:ext cx="25108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5EFEF">
                    <a:alpha val="4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(React App)</a:t>
            </a:r>
            <a:endParaRPr lang="en-US" sz="1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4FF1F0A-7E41-BEB0-8D39-A16FF66EB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204" y="139722"/>
            <a:ext cx="862885" cy="90210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15B5E19-79E3-B768-4E09-4F9C785E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339" y="9708029"/>
            <a:ext cx="2952750" cy="578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>
            <a:extLst>
              <a:ext uri="{FF2B5EF4-FFF2-40B4-BE49-F238E27FC236}">
                <a16:creationId xmlns:a16="http://schemas.microsoft.com/office/drawing/2014/main" id="{BF14EAF5-B28C-8B1F-5964-359045D2A2AE}"/>
              </a:ext>
            </a:extLst>
          </p:cNvPr>
          <p:cNvSpPr/>
          <p:nvPr/>
        </p:nvSpPr>
        <p:spPr>
          <a:xfrm>
            <a:off x="-5806707" y="5289040"/>
            <a:ext cx="13335000" cy="857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0101">
                  <a:alpha val="20000"/>
                </a:srgbClr>
              </a:gs>
              <a:gs pos="55000">
                <a:srgbClr val="3D0000">
                  <a:alpha val="7000"/>
                </a:srgbClr>
              </a:gs>
              <a:gs pos="75000">
                <a:srgbClr val="3D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2" name="Text 0"/>
          <p:cNvSpPr/>
          <p:nvPr/>
        </p:nvSpPr>
        <p:spPr>
          <a:xfrm>
            <a:off x="1047750" y="800458"/>
            <a:ext cx="10851252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350" b="1" kern="0" spc="-130" dirty="0">
                <a:solidFill>
                  <a:srgbClr val="F5E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Strengths, Limitations &amp; Roadmap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4647069" y="1200508"/>
            <a:ext cx="28524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7E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083710"/>
            <a:ext cx="5232350" cy="4270046"/>
          </a:xfrm>
          <a:prstGeom prst="roundRect">
            <a:avLst>
              <a:gd name="adj" fmla="val 3277"/>
            </a:avLst>
          </a:prstGeom>
          <a:solidFill>
            <a:srgbClr val="150A0C">
              <a:alpha val="97000"/>
            </a:srgbClr>
          </a:solidFill>
          <a:ln w="9525">
            <a:solidFill>
              <a:srgbClr val="508D4E">
                <a:alpha val="3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2075" y="2455185"/>
            <a:ext cx="114300" cy="114300"/>
          </a:xfrm>
          <a:prstGeom prst="ellipse">
            <a:avLst/>
          </a:prstGeom>
          <a:solidFill>
            <a:srgbClr val="508D4E">
              <a:alpha val="97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09725" y="2378985"/>
            <a:ext cx="20486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FB57D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2075" y="2893335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08D4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9725" y="2921910"/>
            <a:ext cx="379538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DC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— not just record-keeping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62075" y="3422865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08D4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9725" y="3451440"/>
            <a:ext cx="3332896" cy="615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DC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any food business via data upload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62075" y="4272376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08D4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9725" y="4300951"/>
            <a:ext cx="34031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DC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replacing 5–6 tools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62075" y="4801907"/>
            <a:ext cx="267295" cy="358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508D4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9725" y="4830482"/>
            <a:ext cx="3350218" cy="61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D8CDC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waste and stock-outs — measurable money saved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27750" y="2107988"/>
            <a:ext cx="5232350" cy="5775749"/>
          </a:xfrm>
          <a:prstGeom prst="roundRect">
            <a:avLst>
              <a:gd name="adj" fmla="val 3277"/>
            </a:avLst>
          </a:prstGeom>
          <a:solidFill>
            <a:srgbClr val="150A0C">
              <a:alpha val="87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42075" y="2479463"/>
            <a:ext cx="114300" cy="114300"/>
          </a:xfrm>
          <a:prstGeom prst="ellipse">
            <a:avLst/>
          </a:prstGeom>
          <a:solidFill>
            <a:srgbClr val="B8A9AA">
              <a:alpha val="87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89725" y="2403263"/>
            <a:ext cx="39194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B8A9A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42075" y="2917613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7E6F7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9725" y="2946188"/>
            <a:ext cx="3992515" cy="615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B8A9A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depends on data quality and history length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42075" y="3767124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7E6F7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9725" y="3795699"/>
            <a:ext cx="3874633" cy="615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B8A9A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~30+ days of clean sales data to activate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2075" y="4616635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7E6F7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9725" y="4645210"/>
            <a:ext cx="3324158" cy="615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B8A9A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integrations currently stubbed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42075" y="5466145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7E6F7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9725" y="5494720"/>
            <a:ext cx="264384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B8A9A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 Gateway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42075" y="5995676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7E6F70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89725" y="6024251"/>
            <a:ext cx="4241157" cy="935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B8A9AA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and backend are now separate apps — adds integration work (auth, API contracts)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007751" y="2161583"/>
            <a:ext cx="5232350" cy="4797904"/>
          </a:xfrm>
          <a:prstGeom prst="roundRect">
            <a:avLst>
              <a:gd name="adj" fmla="val 3277"/>
            </a:avLst>
          </a:prstGeom>
          <a:solidFill>
            <a:srgbClr val="3D0000">
              <a:alpha val="66000"/>
            </a:srgbClr>
          </a:solidFill>
          <a:ln w="9525">
            <a:solidFill>
              <a:srgbClr val="FF0000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22076" y="2533058"/>
            <a:ext cx="114300" cy="114300"/>
          </a:xfrm>
          <a:prstGeom prst="ellipse">
            <a:avLst/>
          </a:prstGeom>
          <a:solidFill>
            <a:srgbClr val="FF0000">
              <a:alpha val="66000"/>
            </a:srgbClr>
          </a:solidFill>
          <a:ln/>
          <a:effectLst>
            <a:outerShdw blurRad="114300" dist="50800" dir="16200000" algn="bl" rotWithShape="0">
              <a:srgbClr val="FF0000">
                <a:alpha val="3937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2569726" y="2456858"/>
            <a:ext cx="16865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E8A9A9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22076" y="2971208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F6B6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569726" y="2999783"/>
            <a:ext cx="4436758" cy="615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0DEDE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 dashboard — predicted vs actual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322076" y="3820719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F6B6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569726" y="3849294"/>
            <a:ext cx="37047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0DEDE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data cleaning on upload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22076" y="4350249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F6B6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569726" y="4378824"/>
            <a:ext cx="393932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0DEDE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points with supplier lead time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2322076" y="4879779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F6B6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569726" y="4908354"/>
            <a:ext cx="28008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0DEDE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/ Google Sheets sync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322076" y="5409310"/>
            <a:ext cx="26729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F6B6B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2569726" y="5437885"/>
            <a:ext cx="32324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F0DEDE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 support for chains</a:t>
            </a:r>
            <a:endParaRPr lang="en-US" sz="18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5AC08FF-C39B-8E81-48D5-B203D1149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9204" y="139722"/>
            <a:ext cx="862885" cy="9021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8474095-2FF6-0E55-AFD3-A9CDD337E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339" y="9708029"/>
            <a:ext cx="2952750" cy="5789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6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351" y="6592157"/>
            <a:ext cx="13335000" cy="85725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0101">
                  <a:alpha val="20000"/>
                </a:srgbClr>
              </a:gs>
              <a:gs pos="55000">
                <a:srgbClr val="3D0000">
                  <a:alpha val="7000"/>
                </a:srgbClr>
              </a:gs>
              <a:gs pos="75000">
                <a:srgbClr val="3D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6E151A-D1BE-F46A-1F58-1A45E8BF9BDF}"/>
              </a:ext>
            </a:extLst>
          </p:cNvPr>
          <p:cNvGrpSpPr/>
          <p:nvPr/>
        </p:nvGrpSpPr>
        <p:grpSpPr>
          <a:xfrm>
            <a:off x="7538997" y="3029396"/>
            <a:ext cx="3209709" cy="304800"/>
            <a:chOff x="7608689" y="3267521"/>
            <a:chExt cx="3209709" cy="304800"/>
          </a:xfrm>
        </p:grpSpPr>
        <p:sp>
          <p:nvSpPr>
            <p:cNvPr id="3" name="Shape 1"/>
            <p:cNvSpPr/>
            <p:nvPr/>
          </p:nvSpPr>
          <p:spPr>
            <a:xfrm>
              <a:off x="7608689" y="3334196"/>
              <a:ext cx="133350" cy="133350"/>
            </a:xfrm>
            <a:prstGeom prst="roundRect">
              <a:avLst>
                <a:gd name="adj" fmla="val 28571"/>
              </a:avLst>
            </a:prstGeom>
            <a:solidFill>
              <a:srgbClr val="950101">
                <a:alpha val="98000"/>
              </a:srgbClr>
            </a:solidFill>
            <a:ln/>
            <a:effectLst>
              <a:outerShdw blurRad="171450" dist="50800" dir="16200000" algn="bl" rotWithShape="0">
                <a:srgbClr val="FF0000">
                  <a:alpha val="53843"/>
                </a:srgbClr>
              </a:outerShdw>
            </a:effectLst>
          </p:spPr>
        </p:sp>
        <p:sp>
          <p:nvSpPr>
            <p:cNvPr id="4" name="Text 2"/>
            <p:cNvSpPr/>
            <p:nvPr/>
          </p:nvSpPr>
          <p:spPr>
            <a:xfrm>
              <a:off x="7755203" y="3267521"/>
              <a:ext cx="3063195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kern="0" spc="576" dirty="0">
                  <a:solidFill>
                    <a:srgbClr val="B8A9AA">
                      <a:alpha val="98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SMARTSERVE AI</a:t>
              </a:r>
              <a:endParaRPr lang="en-US" sz="1800" dirty="0"/>
            </a:p>
          </p:txBody>
        </p:sp>
      </p:grpSp>
      <p:sp>
        <p:nvSpPr>
          <p:cNvPr id="5" name="Text 3"/>
          <p:cNvSpPr/>
          <p:nvPr/>
        </p:nvSpPr>
        <p:spPr>
          <a:xfrm>
            <a:off x="5595417" y="4007478"/>
            <a:ext cx="7096869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1264"/>
              </a:lnSpc>
              <a:buNone/>
            </a:pPr>
            <a:r>
              <a:rPr lang="en-US" sz="9300" b="1" kern="0" spc="-325" dirty="0">
                <a:solidFill>
                  <a:srgbClr val="F5EFEF">
                    <a:alpha val="9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300" dirty="0"/>
          </a:p>
        </p:txBody>
      </p:sp>
      <p:sp>
        <p:nvSpPr>
          <p:cNvPr id="6" name="Text 4"/>
          <p:cNvSpPr/>
          <p:nvPr/>
        </p:nvSpPr>
        <p:spPr>
          <a:xfrm>
            <a:off x="6120683" y="5499842"/>
            <a:ext cx="604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E3D8D8">
                    <a:alpha val="7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restaurant data into decisions.</a:t>
            </a:r>
            <a:endParaRPr lang="en-US" sz="255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C532196-B378-234E-051A-C201538E197F}"/>
              </a:ext>
            </a:extLst>
          </p:cNvPr>
          <p:cNvGrpSpPr/>
          <p:nvPr/>
        </p:nvGrpSpPr>
        <p:grpSpPr>
          <a:xfrm>
            <a:off x="6241215" y="6689822"/>
            <a:ext cx="5805272" cy="628650"/>
            <a:chOff x="5021312" y="6524160"/>
            <a:chExt cx="5805272" cy="628650"/>
          </a:xfrm>
        </p:grpSpPr>
        <p:sp>
          <p:nvSpPr>
            <p:cNvPr id="7" name="Shape 5"/>
            <p:cNvSpPr/>
            <p:nvPr/>
          </p:nvSpPr>
          <p:spPr>
            <a:xfrm>
              <a:off x="5021312" y="6524160"/>
              <a:ext cx="5805272" cy="628650"/>
            </a:xfrm>
            <a:prstGeom prst="roundRect">
              <a:avLst>
                <a:gd name="adj" fmla="val 21212"/>
              </a:avLst>
            </a:prstGeom>
            <a:solidFill>
              <a:srgbClr val="150A0C">
                <a:alpha val="48000"/>
              </a:srgbClr>
            </a:solidFill>
            <a:ln w="9525">
              <a:solidFill>
                <a:srgbClr val="FFFFFF">
                  <a:alpha val="4000"/>
                </a:srgbClr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5282059" y="6705135"/>
              <a:ext cx="1597819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kern="0" spc="396" dirty="0">
                  <a:solidFill>
                    <a:srgbClr val="7E6F70">
                      <a:alpha val="48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982488" y="6686085"/>
              <a:ext cx="3692944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E3D8D8">
                      <a:alpha val="48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team.intellisupplyai@gmail.com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8A950A-57F5-F96B-83C7-B23B80DCBE81}"/>
              </a:ext>
            </a:extLst>
          </p:cNvPr>
          <p:cNvGrpSpPr/>
          <p:nvPr/>
        </p:nvGrpSpPr>
        <p:grpSpPr>
          <a:xfrm>
            <a:off x="7716374" y="7894089"/>
            <a:ext cx="2854954" cy="628650"/>
            <a:chOff x="9287173" y="6524160"/>
            <a:chExt cx="2854954" cy="628650"/>
          </a:xfrm>
        </p:grpSpPr>
        <p:sp>
          <p:nvSpPr>
            <p:cNvPr id="10" name="Shape 8"/>
            <p:cNvSpPr/>
            <p:nvPr/>
          </p:nvSpPr>
          <p:spPr>
            <a:xfrm>
              <a:off x="9287173" y="6524160"/>
              <a:ext cx="2535209" cy="628650"/>
            </a:xfrm>
            <a:prstGeom prst="roundRect">
              <a:avLst>
                <a:gd name="adj" fmla="val 21212"/>
              </a:avLst>
            </a:prstGeom>
            <a:solidFill>
              <a:srgbClr val="150A0C">
                <a:alpha val="48000"/>
              </a:srgbClr>
            </a:solidFill>
            <a:ln w="9525">
              <a:solidFill>
                <a:srgbClr val="FFFFFF">
                  <a:alpha val="4000"/>
                </a:srgb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9582448" y="6705135"/>
              <a:ext cx="963216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kern="0" spc="396" dirty="0">
                  <a:solidFill>
                    <a:srgbClr val="7E6F70">
                      <a:alpha val="48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DEMO</a:t>
              </a:r>
              <a:endParaRPr lang="en-US" sz="1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37673" y="6705135"/>
              <a:ext cx="2104454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E3D8D8">
                      <a:alpha val="48000"/>
                    </a:srgbClr>
                  </a:solidFill>
                  <a:latin typeface="Arial" pitchFamily="34" charset="0"/>
                  <a:ea typeface="Arial" pitchFamily="34" charset="-122"/>
                  <a:cs typeface="Arial" pitchFamily="34" charset="-120"/>
                  <a:hlinkClick r:id="rId3"/>
                </a:rPr>
                <a:t>GitHub</a:t>
              </a:r>
              <a:endParaRPr lang="en-US" sz="18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1F82F8E-ED81-60F2-A9DF-BC916E15B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9204" y="139722"/>
            <a:ext cx="862885" cy="902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18BB91-F44A-313C-26E5-A85943CE2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9339" y="9708029"/>
            <a:ext cx="2952750" cy="5789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629</Words>
  <Application>Microsoft Office PowerPoint</Application>
  <PresentationFormat>Custom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Sahil Patel</cp:lastModifiedBy>
  <cp:revision>1</cp:revision>
  <dcterms:created xsi:type="dcterms:W3CDTF">2026-07-30T13:04:10Z</dcterms:created>
  <dcterms:modified xsi:type="dcterms:W3CDTF">2026-08-07T05:33:09Z</dcterms:modified>
</cp:coreProperties>
</file>